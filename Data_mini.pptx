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Mini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Rows: 26,073
Columns: 19
$ campusName         &lt;chr&gt; "CAYUGA H S", "CAYUGA H S", "CAYUGA H S", "CAYUGA M…
$ campusNumber       &lt;int&gt; 1902001, 1902001, 1902001, 1902041, 1902041, 190204…
$ countyName         &lt;chr&gt; "ANDERSON", "ANDERSON", "ANDERSON", "ANDERSON", "AN…
$ countyNumber       &lt;int&gt; 1, 1, 1, 1, 1, 1, 1, 1, 1, 1, 1, 1, 1, 1, 1, 1, 1, …
$ districtName       &lt;chr&gt; "CAYUGA ISD", "CAYUGA ISD", "CAYUGA ISD", "CAYUGA I…
$ districtNumber     &lt;int&gt; 1902, 1902, 1902, 1902, 1902, 1902, 1902, 1902, 190…
$ region             &lt;int&gt; 7, 7, 7, 7, 7, 7, 7, 7, 7, 7, 7, 7, 7, 7, 7, 7, 7, …
$ schoolLevel        &lt;chr&gt; "High School", "High School", "High School", "Middl…
$ grade_lo           &lt;int&gt; 9, 9, 9, 6, 6, 6, -1, -1, -1, 9, 9, 9, 6, 6, 6, -1,…
$ grade_hi           &lt;int&gt; 12, 12, 12, 8, 8, 8, 5, 5, 5, 12, 12, 12, 8, 8, 8, …
$ charterSchool      &lt;lgl&gt; FALSE, FALSE, FALSE, FALSE, FALSE, FALSE, FALSE, FA…
$ locationType       &lt;chr&gt; "Rural-Remote", "Rural-Remote", "Rural-Remote", "Ru…
$ studentsTotal      &lt;int&gt; 171, 171, 171, 166, 166, 166, 256, 256, 256, 315, 3…
$ teachersTotal      &lt;dbl&gt; 19.3, 19.3, 19.3, 11.2, 11.2, 11.2, 17.9, 17.9, 17.…
$ s_econ_disadv_prop &lt;dbl&gt; 0.4444444, 0.4444444, 0.4444444, 0.4698795, 0.46987…
$ race               &lt;chr&gt; "Black", "Hispanic", "white", "Black", "Hispanic", …
$ student_frac       &lt;dbl&gt; 0.03508772, 0.10526316, 0.80701754, 0.04819277, 0.0…
$ teacher_frac       &lt;dbl&gt; 0.00000000, 0.00000000, 1.00000000, 0.00000000, 0.0…
$ student_count      &lt;int&gt; 6, 18, 138, 8, 16, 132, 14, 22, 209, 12, 38, 251, 9…</a:t>
            </a:r>
          </a:p>
        </p:txBody>
      </p:sp>
      <p:pic>
        <p:nvPicPr>
          <p:cNvPr descr="Data_mini_files/figure-pptx/analyze%20teachers%20and%20students%20by%20ra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_mini_files/figure-pptx/analyze%20teachers%20and%20students%20by%20rac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_mini_files/figure-pptx/analyze%20teachers%20and%20students%20by%20rac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_mini_files/figure-pptx/compare%20race%20represenation%20of%20students%20and%20teachers%20by%20reg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_mini_files/figure-pptx/compare%20race%20represenation%20of%20students%20and%20teachers%20by%20location%20typ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</dc:title>
  <dc:creator/>
  <cp:keywords/>
  <dcterms:created xsi:type="dcterms:W3CDTF">2026-02-08T16:53:49Z</dcterms:created>
  <dcterms:modified xsi:type="dcterms:W3CDTF">2026-02-08T16:53:49Z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